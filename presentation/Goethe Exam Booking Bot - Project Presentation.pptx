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6256000" cy="9144000"/>
  <p:notesSz cx="9144000" cy="16256000"/>
  <p:embeddedFontLst>
    <p:embeddedFont>
      <p:font typeface="Liter" charset="-122" pitchFamily="34"/>
      <p:regular r:id="rId21"/>
    </p:embeddedFont>
    <p:embeddedFont>
      <p:font typeface="Quattrocento 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tsyipy3hiehc/mnt/agents/output/goethe_bot/images/cover_bg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419">
                  <a:alpha val="0"/>
                </a:srgbClr>
              </a:gs>
              <a:gs pos="40000">
                <a:srgbClr val="0F1419">
                  <a:alpha val="50000"/>
                </a:srgbClr>
              </a:gs>
              <a:gs pos="100000">
                <a:srgbClr val="0F1419">
                  <a:alpha val="9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5" name="Text 2"/>
          <p:cNvSpPr/>
          <p:nvPr/>
        </p:nvSpPr>
        <p:spPr>
          <a:xfrm>
            <a:off x="4318000" y="2794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spc="200" kern="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PRODUCTION-GRADE AUTOMATION 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78000" y="3429000"/>
            <a:ext cx="1270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spc="300" kern="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GOETHE</a:t>
            </a:r>
            <a:pPr algn="ctr">
              <a:lnSpc>
                <a:spcPct val="120000"/>
              </a:lnSpc>
            </a:pPr>
            <a:r>
              <a:rPr lang="en-US" sz="4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EXAM</a:t>
            </a:r>
            <a:endParaRPr lang="en-US" sz="4800" dirty="0"/>
          </a:p>
          <a:p>
            <a:pPr algn="ctr">
              <a:lnSpc>
                <a:spcPct val="120000"/>
              </a:lnSpc>
            </a:pPr>
            <a:r>
              <a:rPr lang="en-US" sz="4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BOOKING BOT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3048000" y="5461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Automated Exam Slot Booking for Goethe-Institut Pakistan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23000" y="6477000"/>
            <a:ext cx="3810000" cy="254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9" name="Text 6"/>
          <p:cNvSpPr/>
          <p:nvPr/>
        </p:nvSpPr>
        <p:spPr>
          <a:xfrm>
            <a:off x="3683000" y="6731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A1 · A2 · B1  |  Karachi · Lahore · Islamabad  |  12 Modules · 66 Tests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88000" y="787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by </a:t>
            </a:r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Abeer Meer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spc="200" kern="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2540000" cy="254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286000"/>
            <a:ext cx="7112000" cy="1270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4765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032000" y="2540000"/>
            <a:ext cx="558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32000" y="29845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automation is essential for exam booking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2286000"/>
            <a:ext cx="7112000" cy="1270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24765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652000" y="2540000"/>
            <a:ext cx="558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52000" y="29845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modules, 66 tests, production-grade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937000"/>
            <a:ext cx="7112000" cy="1270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41275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032000" y="4191000"/>
            <a:ext cx="558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32000" y="46355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automation from login to confirmation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3937000"/>
            <a:ext cx="7112000" cy="1270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41275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652000" y="4191000"/>
            <a:ext cx="558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&amp; Security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52000" y="46355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stack, hardened for production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842000"/>
            <a:ext cx="14732000" cy="2032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" y="609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1270000" y="6921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Modules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99000" y="609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66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4699000" y="6921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Pytest Tests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28000" y="609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30+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8128000" y="6921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557000" y="609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11557000" y="6921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Cities Supported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tsyipy3hiehc/mnt/agents/output/goethe_bot/images/chapter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419">
                  <a:alpha val="95000"/>
                </a:srgbClr>
              </a:gs>
              <a:gs pos="60000">
                <a:srgbClr val="0F1419">
                  <a:alpha val="80000"/>
                </a:srgbClr>
              </a:gs>
              <a:gs pos="100000">
                <a:srgbClr val="0F1419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4191000"/>
            <a:ext cx="1270000" cy="508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44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automation is essential for Goethe exam booking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 Booking Bottlenecks Cost Students Their Dreams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524000" cy="254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6858000" cy="4572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7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spc="200" kern="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609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demand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German language exams (A1-C2) with limited slots across 3 Pakistani cities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booking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slow, error-prone, and highly competitive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miss slots within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release due to server overload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PKR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25,000-40,000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exam fee at stake per attempt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28000" y="1524000"/>
            <a:ext cx="7366000" cy="4572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9" name="Text 7"/>
          <p:cNvSpPr/>
          <p:nvPr/>
        </p:nvSpPr>
        <p:spPr>
          <a:xfrm>
            <a:off x="8509000" y="177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spc="200" kern="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9000" y="2286000"/>
            <a:ext cx="660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automated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 eliminates human delay entirely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Monitors exam pages 24/7 with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2-3 second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burst polling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complete flow: login, form fill, CAPTCHA, submit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Multi-student parallel booking with smart retry logic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6477000"/>
            <a:ext cx="14732000" cy="177800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67310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2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143000" y="74930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Cities: Karachi, Lahore, Islamabad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99000" y="67310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2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699000" y="74930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 Levels: A1, A2, B1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55000" y="67310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6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25K-40K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255000" y="74930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PKR per Exam Fee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11000" y="67310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2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2-3s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1811000" y="74930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Burst Mode Polling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tsyipy3hiehc/mnt/agents/output/goethe_bot/images/chapter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419">
                  <a:alpha val="95000"/>
                </a:srgbClr>
              </a:gs>
              <a:gs pos="60000">
                <a:srgbClr val="0F1419">
                  <a:alpha val="80000"/>
                </a:srgbClr>
              </a:gs>
              <a:gs pos="100000">
                <a:srgbClr val="0F1419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4191000"/>
            <a:ext cx="1270000" cy="508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44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modules, 66 tests, production-grade engineering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Architecture Ensures Reliability at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524000" cy="254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backend with 30+ authenticated API routes, Netlify frontend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4699000" cy="5588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5580" y="0"/>
                </a:moveTo>
                <a:cubicBezTo>
                  <a:pt x="195580" y="-12293"/>
                  <a:pt x="187635" y="-22225"/>
                  <a:pt x="177800" y="-22225"/>
                </a:cubicBezTo>
                <a:cubicBezTo>
                  <a:pt x="167965" y="-22225"/>
                  <a:pt x="160020" y="-12293"/>
                  <a:pt x="160020" y="0"/>
                </a:cubicBezTo>
                <a:lnTo>
                  <a:pt x="160020" y="44450"/>
                </a:lnTo>
                <a:lnTo>
                  <a:pt x="106680" y="44450"/>
                </a:lnTo>
                <a:cubicBezTo>
                  <a:pt x="77232" y="44450"/>
                  <a:pt x="53340" y="74315"/>
                  <a:pt x="53340" y="111125"/>
                </a:cubicBezTo>
                <a:lnTo>
                  <a:pt x="53340" y="266700"/>
                </a:lnTo>
                <a:cubicBezTo>
                  <a:pt x="53340" y="303510"/>
                  <a:pt x="77232" y="333375"/>
                  <a:pt x="106680" y="333375"/>
                </a:cubicBezTo>
                <a:lnTo>
                  <a:pt x="248920" y="333375"/>
                </a:lnTo>
                <a:cubicBezTo>
                  <a:pt x="278368" y="333375"/>
                  <a:pt x="302260" y="303510"/>
                  <a:pt x="302260" y="266700"/>
                </a:cubicBezTo>
                <a:lnTo>
                  <a:pt x="302260" y="111125"/>
                </a:lnTo>
                <a:cubicBezTo>
                  <a:pt x="302260" y="74315"/>
                  <a:pt x="278368" y="44450"/>
                  <a:pt x="248920" y="44450"/>
                </a:cubicBezTo>
                <a:lnTo>
                  <a:pt x="195580" y="44450"/>
                </a:lnTo>
                <a:lnTo>
                  <a:pt x="195580" y="0"/>
                </a:lnTo>
                <a:close/>
                <a:moveTo>
                  <a:pt x="88900" y="255587"/>
                </a:moveTo>
                <a:cubicBezTo>
                  <a:pt x="88900" y="246350"/>
                  <a:pt x="94845" y="238919"/>
                  <a:pt x="102235" y="238919"/>
                </a:cubicBezTo>
                <a:lnTo>
                  <a:pt x="120015" y="238919"/>
                </a:lnTo>
                <a:cubicBezTo>
                  <a:pt x="127405" y="238919"/>
                  <a:pt x="133350" y="246350"/>
                  <a:pt x="133350" y="255587"/>
                </a:cubicBezTo>
                <a:cubicBezTo>
                  <a:pt x="133350" y="264825"/>
                  <a:pt x="127405" y="272256"/>
                  <a:pt x="120015" y="272256"/>
                </a:cubicBezTo>
                <a:lnTo>
                  <a:pt x="102235" y="272256"/>
                </a:lnTo>
                <a:cubicBezTo>
                  <a:pt x="94845" y="272256"/>
                  <a:pt x="88900" y="264825"/>
                  <a:pt x="88900" y="255587"/>
                </a:cubicBezTo>
                <a:close/>
                <a:moveTo>
                  <a:pt x="155575" y="255587"/>
                </a:moveTo>
                <a:cubicBezTo>
                  <a:pt x="155575" y="246350"/>
                  <a:pt x="161520" y="238919"/>
                  <a:pt x="168910" y="238919"/>
                </a:cubicBezTo>
                <a:lnTo>
                  <a:pt x="186690" y="238919"/>
                </a:lnTo>
                <a:cubicBezTo>
                  <a:pt x="194080" y="238919"/>
                  <a:pt x="200025" y="246350"/>
                  <a:pt x="200025" y="255587"/>
                </a:cubicBezTo>
                <a:cubicBezTo>
                  <a:pt x="200025" y="264825"/>
                  <a:pt x="194080" y="272256"/>
                  <a:pt x="186690" y="272256"/>
                </a:cubicBezTo>
                <a:lnTo>
                  <a:pt x="168910" y="272256"/>
                </a:lnTo>
                <a:cubicBezTo>
                  <a:pt x="161520" y="272256"/>
                  <a:pt x="155575" y="264825"/>
                  <a:pt x="155575" y="255587"/>
                </a:cubicBezTo>
                <a:close/>
                <a:moveTo>
                  <a:pt x="222250" y="255587"/>
                </a:moveTo>
                <a:cubicBezTo>
                  <a:pt x="222250" y="246350"/>
                  <a:pt x="228195" y="238919"/>
                  <a:pt x="235585" y="238919"/>
                </a:cubicBezTo>
                <a:lnTo>
                  <a:pt x="253365" y="238919"/>
                </a:lnTo>
                <a:cubicBezTo>
                  <a:pt x="260755" y="238919"/>
                  <a:pt x="266700" y="246350"/>
                  <a:pt x="266700" y="255587"/>
                </a:cubicBezTo>
                <a:cubicBezTo>
                  <a:pt x="266700" y="264825"/>
                  <a:pt x="260755" y="272256"/>
                  <a:pt x="253365" y="272256"/>
                </a:cubicBezTo>
                <a:lnTo>
                  <a:pt x="235585" y="272256"/>
                </a:lnTo>
                <a:cubicBezTo>
                  <a:pt x="228195" y="272256"/>
                  <a:pt x="222250" y="264825"/>
                  <a:pt x="222250" y="255587"/>
                </a:cubicBezTo>
                <a:close/>
                <a:moveTo>
                  <a:pt x="124460" y="122238"/>
                </a:moveTo>
                <a:cubicBezTo>
                  <a:pt x="139180" y="122238"/>
                  <a:pt x="151130" y="137176"/>
                  <a:pt x="151130" y="155575"/>
                </a:cubicBezTo>
                <a:cubicBezTo>
                  <a:pt x="151130" y="173974"/>
                  <a:pt x="139180" y="188913"/>
                  <a:pt x="124460" y="188913"/>
                </a:cubicBezTo>
                <a:cubicBezTo>
                  <a:pt x="109740" y="188913"/>
                  <a:pt x="97790" y="173974"/>
                  <a:pt x="97790" y="155575"/>
                </a:cubicBezTo>
                <a:cubicBezTo>
                  <a:pt x="97790" y="137176"/>
                  <a:pt x="109740" y="122238"/>
                  <a:pt x="124460" y="122238"/>
                </a:cubicBezTo>
                <a:close/>
                <a:moveTo>
                  <a:pt x="204470" y="155575"/>
                </a:moveTo>
                <a:cubicBezTo>
                  <a:pt x="204470" y="137176"/>
                  <a:pt x="216420" y="122238"/>
                  <a:pt x="231140" y="122238"/>
                </a:cubicBezTo>
                <a:cubicBezTo>
                  <a:pt x="245860" y="122238"/>
                  <a:pt x="257810" y="137176"/>
                  <a:pt x="257810" y="155575"/>
                </a:cubicBezTo>
                <a:cubicBezTo>
                  <a:pt x="257810" y="173974"/>
                  <a:pt x="245860" y="188913"/>
                  <a:pt x="231140" y="188913"/>
                </a:cubicBezTo>
                <a:cubicBezTo>
                  <a:pt x="216420" y="188913"/>
                  <a:pt x="204470" y="173974"/>
                  <a:pt x="204470" y="155575"/>
                </a:cubicBezTo>
                <a:close/>
                <a:moveTo>
                  <a:pt x="35560" y="155575"/>
                </a:moveTo>
                <a:cubicBezTo>
                  <a:pt x="35560" y="143282"/>
                  <a:pt x="27615" y="133350"/>
                  <a:pt x="17780" y="133350"/>
                </a:cubicBezTo>
                <a:cubicBezTo>
                  <a:pt x="7945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7945" y="244475"/>
                  <a:pt x="17780" y="244475"/>
                </a:cubicBezTo>
                <a:cubicBezTo>
                  <a:pt x="27615" y="244475"/>
                  <a:pt x="35560" y="234543"/>
                  <a:pt x="35560" y="222250"/>
                </a:cubicBezTo>
                <a:lnTo>
                  <a:pt x="35560" y="155575"/>
                </a:lnTo>
                <a:close/>
                <a:moveTo>
                  <a:pt x="337820" y="133350"/>
                </a:moveTo>
                <a:cubicBezTo>
                  <a:pt x="327985" y="133350"/>
                  <a:pt x="320040" y="143282"/>
                  <a:pt x="320040" y="155575"/>
                </a:cubicBezTo>
                <a:lnTo>
                  <a:pt x="320040" y="222250"/>
                </a:lnTo>
                <a:cubicBezTo>
                  <a:pt x="320040" y="234543"/>
                  <a:pt x="327985" y="244475"/>
                  <a:pt x="337820" y="244475"/>
                </a:cubicBezTo>
                <a:cubicBezTo>
                  <a:pt x="347655" y="244475"/>
                  <a:pt x="355600" y="234543"/>
                  <a:pt x="355600" y="222250"/>
                </a:cubicBezTo>
                <a:lnTo>
                  <a:pt x="355600" y="155575"/>
                </a:lnTo>
                <a:cubicBezTo>
                  <a:pt x="355600" y="143282"/>
                  <a:pt x="347655" y="133350"/>
                  <a:pt x="337820" y="133350"/>
                </a:cubicBez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2349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Bot Engine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16000" y="2857500"/>
            <a:ext cx="4191000" cy="1270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048000"/>
            <a:ext cx="4191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booking_helper.py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Selenium automation core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selector_fallbacks.py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element types, 2-5 fallbacks each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proxy_rotator.py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Health-checked proxy rotation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circuit_breaker.py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503/Cloudflare protection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2095500"/>
            <a:ext cx="4699000" cy="5588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2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13" name="Text 11"/>
          <p:cNvSpPr/>
          <p:nvPr/>
        </p:nvSpPr>
        <p:spPr>
          <a:xfrm>
            <a:off x="6515100" y="2349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&amp; Queue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32500" y="2857500"/>
            <a:ext cx="4191000" cy="1270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2500" y="3048000"/>
            <a:ext cx="4191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student_queue.py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queue with DB backing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db.py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 persistence layer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confirmation_parser.py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Extracts booking reference + details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notifications.py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Telegram + Email alerts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2095500"/>
            <a:ext cx="4699000" cy="5588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49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18" name="Text 16"/>
          <p:cNvSpPr/>
          <p:nvPr/>
        </p:nvSpPr>
        <p:spPr>
          <a:xfrm>
            <a:off x="11531600" y="2349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&amp; AI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049000" y="2857500"/>
            <a:ext cx="4191000" cy="1270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3048000"/>
            <a:ext cx="4191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deadman.py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Heartbeat monitor, crash alerts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alexa.py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assistant (Gemini Flash)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webapp.py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API (30+ routes)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gui.py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Desktop Tkinter GUI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Multi-Layer Resilience Handles Every Failure Scenario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524000" cy="254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12000" cy="1651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1778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Selector Fallback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78000" y="22225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element types with 2-5 CSS/XPath fallbacks each. Survives page structure changes.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524000"/>
            <a:ext cx="7112000" cy="1651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10" name="Shape 8"/>
          <p:cNvSpPr/>
          <p:nvPr/>
        </p:nvSpPr>
        <p:spPr>
          <a:xfrm>
            <a:off x="8699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0" y="1778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Proxy Rotation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398000" y="22225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Health-checked proxies with 5-min blacklist on failure. Self-healing when pool exhausted.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492500"/>
            <a:ext cx="7112000" cy="1651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9500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7175" y="0"/>
                </a:moveTo>
                <a:cubicBezTo>
                  <a:pt x="257175" y="-15806"/>
                  <a:pt x="244406" y="-28575"/>
                  <a:pt x="228600" y="-28575"/>
                </a:cubicBezTo>
                <a:cubicBezTo>
                  <a:pt x="212794" y="-28575"/>
                  <a:pt x="200025" y="-15806"/>
                  <a:pt x="200025" y="0"/>
                </a:cubicBezTo>
                <a:lnTo>
                  <a:pt x="200025" y="228600"/>
                </a:lnTo>
                <a:cubicBezTo>
                  <a:pt x="200025" y="244406"/>
                  <a:pt x="212794" y="257175"/>
                  <a:pt x="228600" y="257175"/>
                </a:cubicBezTo>
                <a:cubicBezTo>
                  <a:pt x="244406" y="257175"/>
                  <a:pt x="257175" y="244406"/>
                  <a:pt x="257175" y="228600"/>
                </a:cubicBezTo>
                <a:lnTo>
                  <a:pt x="257175" y="0"/>
                </a:lnTo>
                <a:close/>
                <a:moveTo>
                  <a:pt x="130641" y="87868"/>
                </a:moveTo>
                <a:cubicBezTo>
                  <a:pt x="143589" y="78849"/>
                  <a:pt x="146715" y="60990"/>
                  <a:pt x="137696" y="48042"/>
                </a:cubicBezTo>
                <a:cubicBezTo>
                  <a:pt x="128677" y="35094"/>
                  <a:pt x="110817" y="31968"/>
                  <a:pt x="97869" y="40987"/>
                </a:cubicBezTo>
                <a:cubicBezTo>
                  <a:pt x="38755" y="82242"/>
                  <a:pt x="0" y="150912"/>
                  <a:pt x="0" y="228600"/>
                </a:cubicBezTo>
                <a:cubicBezTo>
                  <a:pt x="0" y="354866"/>
                  <a:pt x="102334" y="457200"/>
                  <a:pt x="228600" y="457200"/>
                </a:cubicBezTo>
                <a:cubicBezTo>
                  <a:pt x="354866" y="457200"/>
                  <a:pt x="457200" y="354866"/>
                  <a:pt x="457200" y="228600"/>
                </a:cubicBezTo>
                <a:cubicBezTo>
                  <a:pt x="457200" y="150912"/>
                  <a:pt x="418445" y="82242"/>
                  <a:pt x="359241" y="40987"/>
                </a:cubicBezTo>
                <a:cubicBezTo>
                  <a:pt x="346293" y="31968"/>
                  <a:pt x="328523" y="35094"/>
                  <a:pt x="319415" y="48042"/>
                </a:cubicBezTo>
                <a:cubicBezTo>
                  <a:pt x="310307" y="60990"/>
                  <a:pt x="313521" y="78760"/>
                  <a:pt x="326469" y="87868"/>
                </a:cubicBezTo>
                <a:cubicBezTo>
                  <a:pt x="370939" y="118943"/>
                  <a:pt x="399961" y="170378"/>
                  <a:pt x="399961" y="228600"/>
                </a:cubicBezTo>
                <a:cubicBezTo>
                  <a:pt x="399961" y="323255"/>
                  <a:pt x="323165" y="400050"/>
                  <a:pt x="228511" y="400050"/>
                </a:cubicBezTo>
                <a:cubicBezTo>
                  <a:pt x="133856" y="400050"/>
                  <a:pt x="57150" y="323255"/>
                  <a:pt x="57150" y="228600"/>
                </a:cubicBezTo>
                <a:cubicBezTo>
                  <a:pt x="57150" y="170378"/>
                  <a:pt x="86171" y="118854"/>
                  <a:pt x="130641" y="87868"/>
                </a:cubicBez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15" name="Text 13"/>
          <p:cNvSpPr/>
          <p:nvPr/>
        </p:nvSpPr>
        <p:spPr>
          <a:xfrm>
            <a:off x="1778000" y="3746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Circuit Breaker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78000" y="41910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503/Cloudflare blocks. Stops after 10 failures, retries after 15 min cooldown.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492500"/>
            <a:ext cx="7112000" cy="1651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18" name="Shape 16"/>
          <p:cNvSpPr/>
          <p:nvPr/>
        </p:nvSpPr>
        <p:spPr>
          <a:xfrm>
            <a:off x="8699500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96351"/>
                </a:moveTo>
                <a:lnTo>
                  <a:pt x="215205" y="77778"/>
                </a:lnTo>
                <a:cubicBezTo>
                  <a:pt x="192881" y="46881"/>
                  <a:pt x="157073" y="28575"/>
                  <a:pt x="118854" y="28575"/>
                </a:cubicBezTo>
                <a:cubicBezTo>
                  <a:pt x="53221" y="28575"/>
                  <a:pt x="0" y="81796"/>
                  <a:pt x="0" y="147429"/>
                </a:cubicBezTo>
                <a:lnTo>
                  <a:pt x="0" y="149751"/>
                </a:lnTo>
                <a:cubicBezTo>
                  <a:pt x="0" y="170825"/>
                  <a:pt x="5536" y="192613"/>
                  <a:pt x="14823" y="214313"/>
                </a:cubicBezTo>
                <a:lnTo>
                  <a:pt x="109478" y="214313"/>
                </a:lnTo>
                <a:cubicBezTo>
                  <a:pt x="112335" y="214313"/>
                  <a:pt x="114925" y="212616"/>
                  <a:pt x="116086" y="209937"/>
                </a:cubicBezTo>
                <a:lnTo>
                  <a:pt x="144482" y="141803"/>
                </a:lnTo>
                <a:cubicBezTo>
                  <a:pt x="147786" y="133945"/>
                  <a:pt x="155466" y="128766"/>
                  <a:pt x="163949" y="128588"/>
                </a:cubicBezTo>
                <a:cubicBezTo>
                  <a:pt x="172432" y="128409"/>
                  <a:pt x="180290" y="133410"/>
                  <a:pt x="183773" y="141178"/>
                </a:cubicBezTo>
                <a:lnTo>
                  <a:pt x="229582" y="242888"/>
                </a:lnTo>
                <a:lnTo>
                  <a:pt x="266551" y="168950"/>
                </a:lnTo>
                <a:cubicBezTo>
                  <a:pt x="270212" y="161717"/>
                  <a:pt x="277624" y="157073"/>
                  <a:pt x="285750" y="157073"/>
                </a:cubicBezTo>
                <a:cubicBezTo>
                  <a:pt x="293876" y="157073"/>
                  <a:pt x="301288" y="161627"/>
                  <a:pt x="304949" y="168950"/>
                </a:cubicBezTo>
                <a:lnTo>
                  <a:pt x="325666" y="210294"/>
                </a:lnTo>
                <a:cubicBezTo>
                  <a:pt x="326916" y="212705"/>
                  <a:pt x="329327" y="214223"/>
                  <a:pt x="332095" y="214223"/>
                </a:cubicBezTo>
                <a:lnTo>
                  <a:pt x="442466" y="214223"/>
                </a:lnTo>
                <a:cubicBezTo>
                  <a:pt x="451842" y="192524"/>
                  <a:pt x="457289" y="170736"/>
                  <a:pt x="457289" y="149662"/>
                </a:cubicBezTo>
                <a:lnTo>
                  <a:pt x="457289" y="147340"/>
                </a:lnTo>
                <a:cubicBezTo>
                  <a:pt x="457200" y="81796"/>
                  <a:pt x="403979" y="28575"/>
                  <a:pt x="338346" y="28575"/>
                </a:cubicBezTo>
                <a:cubicBezTo>
                  <a:pt x="300216" y="28575"/>
                  <a:pt x="264319" y="46881"/>
                  <a:pt x="241995" y="77778"/>
                </a:cubicBezTo>
                <a:lnTo>
                  <a:pt x="228600" y="96262"/>
                </a:lnTo>
                <a:close/>
                <a:moveTo>
                  <a:pt x="419338" y="257175"/>
                </a:moveTo>
                <a:lnTo>
                  <a:pt x="332006" y="257175"/>
                </a:lnTo>
                <a:cubicBezTo>
                  <a:pt x="313075" y="257175"/>
                  <a:pt x="295751" y="246459"/>
                  <a:pt x="287268" y="229493"/>
                </a:cubicBezTo>
                <a:lnTo>
                  <a:pt x="285750" y="226457"/>
                </a:lnTo>
                <a:lnTo>
                  <a:pt x="247799" y="302449"/>
                </a:lnTo>
                <a:cubicBezTo>
                  <a:pt x="244138" y="309860"/>
                  <a:pt x="236458" y="314504"/>
                  <a:pt x="228154" y="314325"/>
                </a:cubicBezTo>
                <a:cubicBezTo>
                  <a:pt x="219849" y="314146"/>
                  <a:pt x="212437" y="309235"/>
                  <a:pt x="209044" y="301734"/>
                </a:cubicBezTo>
                <a:lnTo>
                  <a:pt x="165021" y="203954"/>
                </a:lnTo>
                <a:lnTo>
                  <a:pt x="155644" y="226457"/>
                </a:lnTo>
                <a:cubicBezTo>
                  <a:pt x="147876" y="245120"/>
                  <a:pt x="129659" y="257264"/>
                  <a:pt x="109478" y="257264"/>
                </a:cubicBezTo>
                <a:lnTo>
                  <a:pt x="37862" y="257264"/>
                </a:lnTo>
                <a:cubicBezTo>
                  <a:pt x="80010" y="323165"/>
                  <a:pt x="147697" y="383798"/>
                  <a:pt x="190024" y="416123"/>
                </a:cubicBezTo>
                <a:cubicBezTo>
                  <a:pt x="201097" y="424517"/>
                  <a:pt x="214670" y="428714"/>
                  <a:pt x="228511" y="428714"/>
                </a:cubicBezTo>
                <a:cubicBezTo>
                  <a:pt x="242352" y="428714"/>
                  <a:pt x="256014" y="424607"/>
                  <a:pt x="266998" y="416123"/>
                </a:cubicBezTo>
                <a:cubicBezTo>
                  <a:pt x="309503" y="383709"/>
                  <a:pt x="377190" y="323076"/>
                  <a:pt x="419338" y="257175"/>
                </a:cubicBez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19" name="Text 17"/>
          <p:cNvSpPr/>
          <p:nvPr/>
        </p:nvSpPr>
        <p:spPr>
          <a:xfrm>
            <a:off x="9398000" y="3746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Dead Man Switch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98000" y="41910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Heartbeat monitor. Auto-alerts via Telegram if process hangs or crashes unexpectedly.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52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spc="200" kern="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RETRY LAYERS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032500"/>
            <a:ext cx="14732000" cy="190500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6223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Infinite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143000" y="6921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 poll loop never gives up on finding a slot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23000" y="6223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3x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223000" y="6921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Per-click retries for stale DOM elements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303000" y="6223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3x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1303000" y="6921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full-flow restarts with fresh Chrome + proxy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tsyipy3hiehc/mnt/agents/output/goethe_bot/images/chapter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419">
                  <a:alpha val="95000"/>
                </a:srgbClr>
              </a:gs>
              <a:gs pos="60000">
                <a:srgbClr val="0F1419">
                  <a:alpha val="80000"/>
                </a:srgbClr>
              </a:gs>
              <a:gs pos="100000">
                <a:srgbClr val="0F1419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4191000"/>
            <a:ext cx="1270000" cy="508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44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automation from login to confirmation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Booking Flow — Zero Human Intervention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524000" cy="254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508000" cy="5080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2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0500" y="152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Polling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0500" y="19050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Monitors exam page for "Book Now" button appearance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40000"/>
            <a:ext cx="508000" cy="5080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54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0500" y="254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Burst Mode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0500" y="29210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10s before booking: refreshes every 2-3 seconds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556000"/>
            <a:ext cx="508000" cy="5080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55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0500" y="3556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Auto-Click Flow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0500" y="39370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 Now → Continue → Book for Myself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572000"/>
            <a:ext cx="508000" cy="5080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572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0500" y="4572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Auto-Login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0500" y="49530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Fills My Goethe.de email and password automatically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1524000"/>
            <a:ext cx="508000" cy="5080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0" y="152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80500" y="152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 Auto-Fill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80500" y="1905000"/>
            <a:ext cx="622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Completes all student registration fields from config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2540000"/>
            <a:ext cx="508000" cy="5080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0" y="254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80500" y="254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CAPTCHA Solve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080500" y="2921000"/>
            <a:ext cx="622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Auto-solved via 2Captcha API integration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0" y="3556000"/>
            <a:ext cx="508000" cy="5080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30" name="Text 28"/>
          <p:cNvSpPr/>
          <p:nvPr/>
        </p:nvSpPr>
        <p:spPr>
          <a:xfrm>
            <a:off x="8382000" y="355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080500" y="3556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Confirmation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80500" y="3937000"/>
            <a:ext cx="622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Parses booking reference, exam date/time, level, city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82000" y="4572000"/>
            <a:ext cx="508000" cy="5080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0" y="4572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080500" y="4572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 + Alert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080500" y="4953000"/>
            <a:ext cx="622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Saves confirmation image, sends Telegram notification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5715000"/>
            <a:ext cx="14732000" cy="228600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5905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spc="200" kern="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 EXECUTION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3000" y="6350000"/>
            <a:ext cx="1397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3+ students simultaneously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(one Chrome instance each) for maximum efficiency. Each student gets independent retry logic, proxy rotation, and circuit breaker protection.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Multi-student queue with persistent priority system and database-backed state management.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Dashboard + AI Assistant — Full Control Center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524000" cy="254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12000" cy="6477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7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spc="200" kern="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2387600"/>
            <a:ext cx="596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Cards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Real-time bot status, success rate, queue length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336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9653" y="21610"/>
                </a:moveTo>
                <a:cubicBezTo>
                  <a:pt x="86142" y="26134"/>
                  <a:pt x="87690" y="35064"/>
                  <a:pt x="83165" y="41493"/>
                </a:cubicBezTo>
                <a:lnTo>
                  <a:pt x="49828" y="89118"/>
                </a:lnTo>
                <a:cubicBezTo>
                  <a:pt x="47387" y="92571"/>
                  <a:pt x="43577" y="94774"/>
                  <a:pt x="39350" y="95131"/>
                </a:cubicBezTo>
                <a:cubicBezTo>
                  <a:pt x="35123" y="95488"/>
                  <a:pt x="30956" y="94059"/>
                  <a:pt x="27980" y="91083"/>
                </a:cubicBezTo>
                <a:lnTo>
                  <a:pt x="4167" y="67270"/>
                </a:lnTo>
                <a:cubicBezTo>
                  <a:pt x="-1369" y="61674"/>
                  <a:pt x="-1369" y="52626"/>
                  <a:pt x="4167" y="47030"/>
                </a:cubicBezTo>
                <a:cubicBezTo>
                  <a:pt x="9704" y="41434"/>
                  <a:pt x="18812" y="41493"/>
                  <a:pt x="24408" y="47030"/>
                </a:cubicBezTo>
                <a:lnTo>
                  <a:pt x="36195" y="58817"/>
                </a:lnTo>
                <a:lnTo>
                  <a:pt x="59769" y="25122"/>
                </a:lnTo>
                <a:cubicBezTo>
                  <a:pt x="64294" y="18633"/>
                  <a:pt x="73223" y="17085"/>
                  <a:pt x="79653" y="21610"/>
                </a:cubicBezTo>
                <a:close/>
                <a:moveTo>
                  <a:pt x="79653" y="116860"/>
                </a:moveTo>
                <a:cubicBezTo>
                  <a:pt x="86142" y="121384"/>
                  <a:pt x="87690" y="130314"/>
                  <a:pt x="83165" y="136743"/>
                </a:cubicBezTo>
                <a:lnTo>
                  <a:pt x="49828" y="184368"/>
                </a:lnTo>
                <a:cubicBezTo>
                  <a:pt x="47387" y="187821"/>
                  <a:pt x="43577" y="190024"/>
                  <a:pt x="39350" y="190381"/>
                </a:cubicBezTo>
                <a:cubicBezTo>
                  <a:pt x="35123" y="190738"/>
                  <a:pt x="30956" y="189309"/>
                  <a:pt x="27980" y="186333"/>
                </a:cubicBezTo>
                <a:lnTo>
                  <a:pt x="4167" y="162520"/>
                </a:lnTo>
                <a:cubicBezTo>
                  <a:pt x="-1429" y="156924"/>
                  <a:pt x="-1429" y="147876"/>
                  <a:pt x="4167" y="142339"/>
                </a:cubicBezTo>
                <a:cubicBezTo>
                  <a:pt x="9763" y="136803"/>
                  <a:pt x="18812" y="136743"/>
                  <a:pt x="24348" y="142339"/>
                </a:cubicBezTo>
                <a:lnTo>
                  <a:pt x="36135" y="154126"/>
                </a:lnTo>
                <a:lnTo>
                  <a:pt x="59710" y="120432"/>
                </a:lnTo>
                <a:cubicBezTo>
                  <a:pt x="64234" y="113943"/>
                  <a:pt x="73164" y="112395"/>
                  <a:pt x="79593" y="116919"/>
                </a:cubicBezTo>
                <a:close/>
                <a:moveTo>
                  <a:pt x="133350" y="57150"/>
                </a:moveTo>
                <a:cubicBezTo>
                  <a:pt x="133350" y="46613"/>
                  <a:pt x="141863" y="38100"/>
                  <a:pt x="152400" y="38100"/>
                </a:cubicBez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52400" y="76200"/>
                </a:lnTo>
                <a:cubicBezTo>
                  <a:pt x="141863" y="76200"/>
                  <a:pt x="133350" y="67687"/>
                  <a:pt x="133350" y="57150"/>
                </a:cubicBezTo>
                <a:close/>
                <a:moveTo>
                  <a:pt x="133350" y="152400"/>
                </a:moveTo>
                <a:cubicBezTo>
                  <a:pt x="133350" y="141863"/>
                  <a:pt x="141863" y="133350"/>
                  <a:pt x="15240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52400" y="171450"/>
                </a:lnTo>
                <a:cubicBezTo>
                  <a:pt x="141863" y="171450"/>
                  <a:pt x="133350" y="162937"/>
                  <a:pt x="133350" y="152400"/>
                </a:cubicBezTo>
                <a:close/>
                <a:moveTo>
                  <a:pt x="95250" y="247650"/>
                </a:moveTo>
                <a:cubicBezTo>
                  <a:pt x="95250" y="237113"/>
                  <a:pt x="103763" y="228600"/>
                  <a:pt x="114300" y="228600"/>
                </a:cubicBez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14300" y="266700"/>
                </a:lnTo>
                <a:cubicBezTo>
                  <a:pt x="103763" y="266700"/>
                  <a:pt x="95250" y="258187"/>
                  <a:pt x="95250" y="247650"/>
                </a:cubicBezTo>
                <a:close/>
                <a:moveTo>
                  <a:pt x="38100" y="223838"/>
                </a:moveTo>
                <a:cubicBezTo>
                  <a:pt x="51242" y="223838"/>
                  <a:pt x="61912" y="234508"/>
                  <a:pt x="61912" y="247650"/>
                </a:cubicBezTo>
                <a:cubicBezTo>
                  <a:pt x="61912" y="260792"/>
                  <a:pt x="51242" y="271463"/>
                  <a:pt x="38100" y="271463"/>
                </a:cubicBezTo>
                <a:cubicBezTo>
                  <a:pt x="24958" y="271463"/>
                  <a:pt x="14288" y="260792"/>
                  <a:pt x="14288" y="247650"/>
                </a:cubicBezTo>
                <a:cubicBezTo>
                  <a:pt x="14288" y="234508"/>
                  <a:pt x="24958" y="223838"/>
                  <a:pt x="38100" y="223838"/>
                </a:cubicBez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10" name="Text 8"/>
          <p:cNvSpPr/>
          <p:nvPr/>
        </p:nvSpPr>
        <p:spPr>
          <a:xfrm>
            <a:off x="1587500" y="3340100"/>
            <a:ext cx="596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Queue Management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Priority-based student queue with full CRUD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431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596" y="70604"/>
                </a:moveTo>
                <a:cubicBezTo>
                  <a:pt x="-1845" y="63163"/>
                  <a:pt x="-1845" y="51078"/>
                  <a:pt x="5596" y="43636"/>
                </a:cubicBezTo>
                <a:cubicBezTo>
                  <a:pt x="13037" y="36195"/>
                  <a:pt x="25122" y="36195"/>
                  <a:pt x="32564" y="43636"/>
                </a:cubicBezTo>
                <a:lnTo>
                  <a:pt x="127814" y="138886"/>
                </a:lnTo>
                <a:cubicBezTo>
                  <a:pt x="135255" y="146328"/>
                  <a:pt x="135255" y="158413"/>
                  <a:pt x="127814" y="165854"/>
                </a:cubicBezTo>
                <a:lnTo>
                  <a:pt x="32564" y="261104"/>
                </a:lnTo>
                <a:cubicBezTo>
                  <a:pt x="25122" y="268545"/>
                  <a:pt x="13037" y="268545"/>
                  <a:pt x="5596" y="261104"/>
                </a:cubicBezTo>
                <a:cubicBezTo>
                  <a:pt x="-1845" y="253663"/>
                  <a:pt x="-1845" y="241578"/>
                  <a:pt x="5596" y="234136"/>
                </a:cubicBezTo>
                <a:lnTo>
                  <a:pt x="87332" y="152400"/>
                </a:lnTo>
                <a:lnTo>
                  <a:pt x="5596" y="70604"/>
                </a:lnTo>
                <a:close/>
                <a:moveTo>
                  <a:pt x="133350" y="228600"/>
                </a:move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12" name="Text 10"/>
          <p:cNvSpPr/>
          <p:nvPr/>
        </p:nvSpPr>
        <p:spPr>
          <a:xfrm>
            <a:off x="1587500" y="42926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Logs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SSE EventSource streaming, last 200 entries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527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52451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Countdown Timers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Visual booking window countdown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622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2700" y="38100"/>
                </a:moveTo>
                <a:cubicBezTo>
                  <a:pt x="12700" y="17085"/>
                  <a:pt x="35481" y="0"/>
                  <a:pt x="63500" y="0"/>
                </a:cubicBezTo>
                <a:lnTo>
                  <a:pt x="241300" y="0"/>
                </a:lnTo>
                <a:cubicBezTo>
                  <a:pt x="269319" y="0"/>
                  <a:pt x="292100" y="17085"/>
                  <a:pt x="292100" y="38100"/>
                </a:cubicBezTo>
                <a:lnTo>
                  <a:pt x="292100" y="266700"/>
                </a:lnTo>
                <a:cubicBezTo>
                  <a:pt x="292100" y="287715"/>
                  <a:pt x="269319" y="304800"/>
                  <a:pt x="241300" y="304800"/>
                </a:cubicBezTo>
                <a:lnTo>
                  <a:pt x="63500" y="304800"/>
                </a:lnTo>
                <a:cubicBezTo>
                  <a:pt x="35481" y="304800"/>
                  <a:pt x="12700" y="287715"/>
                  <a:pt x="12700" y="266700"/>
                </a:cubicBezTo>
                <a:lnTo>
                  <a:pt x="12700" y="38100"/>
                </a:lnTo>
                <a:close/>
                <a:moveTo>
                  <a:pt x="101600" y="261937"/>
                </a:moveTo>
                <a:cubicBezTo>
                  <a:pt x="101600" y="269855"/>
                  <a:pt x="110093" y="276225"/>
                  <a:pt x="120650" y="276225"/>
                </a:cubicBezTo>
                <a:lnTo>
                  <a:pt x="184150" y="276225"/>
                </a:lnTo>
                <a:cubicBezTo>
                  <a:pt x="194707" y="276225"/>
                  <a:pt x="203200" y="269855"/>
                  <a:pt x="203200" y="261937"/>
                </a:cubicBezTo>
                <a:cubicBezTo>
                  <a:pt x="203200" y="254020"/>
                  <a:pt x="194707" y="247650"/>
                  <a:pt x="184150" y="247650"/>
                </a:cubicBezTo>
                <a:lnTo>
                  <a:pt x="120650" y="247650"/>
                </a:lnTo>
                <a:cubicBezTo>
                  <a:pt x="110093" y="247650"/>
                  <a:pt x="101600" y="254020"/>
                  <a:pt x="101600" y="261937"/>
                </a:cubicBezTo>
                <a:close/>
                <a:moveTo>
                  <a:pt x="241300" y="38100"/>
                </a:moveTo>
                <a:lnTo>
                  <a:pt x="63500" y="38100"/>
                </a:lnTo>
                <a:lnTo>
                  <a:pt x="63500" y="219075"/>
                </a:lnTo>
                <a:lnTo>
                  <a:pt x="241300" y="219075"/>
                </a:lnTo>
                <a:lnTo>
                  <a:pt x="241300" y="38100"/>
                </a:ln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61976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Telegram Alerts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Instant success/failure notifications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717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8761" y="38576"/>
                </a:moveTo>
                <a:lnTo>
                  <a:pt x="82570" y="57150"/>
                </a:lnTo>
                <a:lnTo>
                  <a:pt x="38100" y="57150"/>
                </a:lnTo>
                <a:cubicBezTo>
                  <a:pt x="17085" y="57150"/>
                  <a:pt x="0" y="74235"/>
                  <a:pt x="0" y="952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66700" y="285750"/>
                </a:lnTo>
                <a:cubicBezTo>
                  <a:pt x="287715" y="285750"/>
                  <a:pt x="304800" y="268665"/>
                  <a:pt x="304800" y="247650"/>
                </a:cubicBezTo>
                <a:lnTo>
                  <a:pt x="304800" y="95250"/>
                </a:lnTo>
                <a:cubicBezTo>
                  <a:pt x="304800" y="74235"/>
                  <a:pt x="287715" y="57150"/>
                  <a:pt x="266700" y="57150"/>
                </a:cubicBezTo>
                <a:lnTo>
                  <a:pt x="222230" y="57150"/>
                </a:lnTo>
                <a:lnTo>
                  <a:pt x="216039" y="38576"/>
                </a:lnTo>
                <a:cubicBezTo>
                  <a:pt x="212169" y="26908"/>
                  <a:pt x="201275" y="19050"/>
                  <a:pt x="188952" y="19050"/>
                </a:cubicBezTo>
                <a:lnTo>
                  <a:pt x="115848" y="19050"/>
                </a:lnTo>
                <a:cubicBezTo>
                  <a:pt x="103525" y="19050"/>
                  <a:pt x="92631" y="26908"/>
                  <a:pt x="88761" y="38576"/>
                </a:cubicBezTo>
                <a:close/>
                <a:moveTo>
                  <a:pt x="152400" y="114300"/>
                </a:moveTo>
                <a:cubicBezTo>
                  <a:pt x="183942" y="114300"/>
                  <a:pt x="209550" y="139908"/>
                  <a:pt x="209550" y="171450"/>
                </a:cubicBezTo>
                <a:cubicBezTo>
                  <a:pt x="209550" y="202992"/>
                  <a:pt x="183942" y="228600"/>
                  <a:pt x="152400" y="228600"/>
                </a:cubicBezTo>
                <a:cubicBezTo>
                  <a:pt x="120858" y="228600"/>
                  <a:pt x="95250" y="202992"/>
                  <a:pt x="95250" y="171450"/>
                </a:cubicBezTo>
                <a:cubicBezTo>
                  <a:pt x="95250" y="139908"/>
                  <a:pt x="120858" y="114300"/>
                  <a:pt x="152400" y="114300"/>
                </a:cubicBez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18" name="Text 16"/>
          <p:cNvSpPr/>
          <p:nvPr/>
        </p:nvSpPr>
        <p:spPr>
          <a:xfrm>
            <a:off x="1587500" y="71501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Screenshot Capture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Confirmation page saved on success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82000" y="1524000"/>
            <a:ext cx="7112000" cy="647700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0" y="177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spc="200" kern="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ASSISTANT "ALEXA"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63000" y="228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Google Gemini 2.5 Flash Lite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63000" y="2794000"/>
            <a:ext cx="6350000" cy="1270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23" name="Text 21"/>
          <p:cNvSpPr/>
          <p:nvPr/>
        </p:nvSpPr>
        <p:spPr>
          <a:xfrm>
            <a:off x="8763000" y="3048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"Show me the students"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Reads loaded config file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63000" y="3873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"What's the bot status?"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Running/idle, student progress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63000" y="4699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"Show recent logs"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Last 200 log entries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3000" y="5524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"Retry [student name]"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Triggers fresh booking attempt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63000" y="6350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A0C5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"Stop the bot"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Sends graceful shutdown signal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63000" y="7366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GEMINI_API_KEY env var. Free tier: 20 requests/day.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tsyipy3hiehc/mnt/agents/output/goethe_bot/images/chapter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419">
                  <a:alpha val="95000"/>
                </a:srgbClr>
              </a:gs>
              <a:gs pos="60000">
                <a:srgbClr val="0F1419">
                  <a:alpha val="80000"/>
                </a:srgbClr>
              </a:gs>
              <a:gs pos="100000">
                <a:srgbClr val="0F1419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4191000"/>
            <a:ext cx="1270000" cy="508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44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&amp; Security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Modern, proven, battle-tested technologies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Production-Grade Stack Built for Reliability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524000" cy="25400"/>
          </a:xfrm>
          <a:prstGeom prst="rect">
            <a:avLst/>
          </a:prstGeom>
          <a:solidFill>
            <a:srgbClr val="A0C514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6350000"/>
        </p:xfrm>
        <a:graphic>
          <a:graphicData uri="http://schemas.openxmlformats.org/drawingml/2006/table">
            <a:tbl>
              <a:tblPr/>
              <a:tblGrid>
                <a:gridCol w="3683000"/>
                <a:gridCol w="5156200"/>
                <a:gridCol w="58928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Technology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Role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5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Details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514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A0C5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Python 3.9+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Core Language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All backend logic and automation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A0C5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Flask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Web Framework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30+ authenticated API routes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A0C5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Selenium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Browser Automation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Chrome WebDriver, headless mode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A0C5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SQLite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Database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Persistent queue, logs, sessions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A0C5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Gemini 2.5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AI Assistant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Natural language dashboard queries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A0C5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Telegram API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Notifications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Instant success/failure alerts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A0C5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2Captcha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CAPTCHA Solving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Auto-solve integration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A0C5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Docker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Containerization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0B8C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Railway/Render deployment ready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064500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Frontend: Netlify (free)  |  Backend: Railway ($5/mo) / Render / VPS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Hardened for Production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524000" cy="254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3302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5467" y="76200"/>
                </a:moveTo>
                <a:lnTo>
                  <a:pt x="135467" y="127000"/>
                </a:lnTo>
                <a:lnTo>
                  <a:pt x="270933" y="127000"/>
                </a:lnTo>
                <a:lnTo>
                  <a:pt x="270933" y="76200"/>
                </a:lnTo>
                <a:cubicBezTo>
                  <a:pt x="270933" y="48181"/>
                  <a:pt x="240559" y="25400"/>
                  <a:pt x="203200" y="25400"/>
                </a:cubicBezTo>
                <a:cubicBezTo>
                  <a:pt x="165841" y="25400"/>
                  <a:pt x="135467" y="48181"/>
                  <a:pt x="135467" y="76200"/>
                </a:cubicBezTo>
                <a:close/>
                <a:moveTo>
                  <a:pt x="67733" y="127000"/>
                </a:moveTo>
                <a:lnTo>
                  <a:pt x="67733" y="76200"/>
                </a:lnTo>
                <a:cubicBezTo>
                  <a:pt x="67733" y="20082"/>
                  <a:pt x="128376" y="-25400"/>
                  <a:pt x="203200" y="-25400"/>
                </a:cubicBezTo>
                <a:cubicBezTo>
                  <a:pt x="278024" y="-25400"/>
                  <a:pt x="338667" y="20082"/>
                  <a:pt x="338667" y="76200"/>
                </a:cubicBezTo>
                <a:lnTo>
                  <a:pt x="338667" y="127000"/>
                </a:lnTo>
                <a:cubicBezTo>
                  <a:pt x="376026" y="127000"/>
                  <a:pt x="406400" y="149781"/>
                  <a:pt x="406400" y="177800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30374" y="127000"/>
                  <a:pt x="67733" y="127000"/>
                </a:cubicBez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41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Security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8575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Server-side sessions with 24hr expiry. Logout invalidates immediately. Tokens are revocable and stored server-side in SQLite.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524000"/>
            <a:ext cx="4699000" cy="3302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044" y="196850"/>
                </a:moveTo>
                <a:cubicBezTo>
                  <a:pt x="204773" y="196850"/>
                  <a:pt x="242711" y="154170"/>
                  <a:pt x="242711" y="101600"/>
                </a:cubicBezTo>
                <a:cubicBezTo>
                  <a:pt x="242711" y="49030"/>
                  <a:pt x="204773" y="6350"/>
                  <a:pt x="158044" y="6350"/>
                </a:cubicBezTo>
                <a:cubicBezTo>
                  <a:pt x="111316" y="6350"/>
                  <a:pt x="73378" y="49030"/>
                  <a:pt x="73378" y="101600"/>
                </a:cubicBezTo>
                <a:cubicBezTo>
                  <a:pt x="73378" y="154170"/>
                  <a:pt x="111316" y="196850"/>
                  <a:pt x="158044" y="196850"/>
                </a:cubicBezTo>
                <a:close/>
                <a:moveTo>
                  <a:pt x="137089" y="241300"/>
                </a:moveTo>
                <a:cubicBezTo>
                  <a:pt x="67592" y="241300"/>
                  <a:pt x="11289" y="304641"/>
                  <a:pt x="11289" y="382826"/>
                </a:cubicBezTo>
                <a:cubicBezTo>
                  <a:pt x="11289" y="395843"/>
                  <a:pt x="20673" y="406400"/>
                  <a:pt x="32244" y="406400"/>
                </a:cubicBezTo>
                <a:lnTo>
                  <a:pt x="209691" y="406400"/>
                </a:lnTo>
                <a:cubicBezTo>
                  <a:pt x="184150" y="372586"/>
                  <a:pt x="169333" y="329009"/>
                  <a:pt x="169333" y="282892"/>
                </a:cubicBezTo>
                <a:lnTo>
                  <a:pt x="169333" y="258207"/>
                </a:lnTo>
                <a:cubicBezTo>
                  <a:pt x="169333" y="252412"/>
                  <a:pt x="170039" y="246698"/>
                  <a:pt x="171379" y="241300"/>
                </a:cubicBezTo>
                <a:lnTo>
                  <a:pt x="137089" y="241300"/>
                </a:lnTo>
                <a:close/>
                <a:moveTo>
                  <a:pt x="314184" y="387747"/>
                </a:moveTo>
                <a:lnTo>
                  <a:pt x="304800" y="392748"/>
                </a:lnTo>
                <a:lnTo>
                  <a:pt x="304800" y="243443"/>
                </a:lnTo>
                <a:lnTo>
                  <a:pt x="372533" y="268843"/>
                </a:lnTo>
                <a:lnTo>
                  <a:pt x="372533" y="284401"/>
                </a:lnTo>
                <a:cubicBezTo>
                  <a:pt x="372533" y="328692"/>
                  <a:pt x="349814" y="368935"/>
                  <a:pt x="314184" y="387826"/>
                </a:cubicBezTo>
                <a:close/>
                <a:moveTo>
                  <a:pt x="297674" y="205978"/>
                </a:moveTo>
                <a:lnTo>
                  <a:pt x="218652" y="235585"/>
                </a:lnTo>
                <a:cubicBezTo>
                  <a:pt x="209409" y="239078"/>
                  <a:pt x="203200" y="248761"/>
                  <a:pt x="203200" y="259715"/>
                </a:cubicBezTo>
                <a:lnTo>
                  <a:pt x="203200" y="284401"/>
                </a:lnTo>
                <a:cubicBezTo>
                  <a:pt x="203200" y="343456"/>
                  <a:pt x="233539" y="397192"/>
                  <a:pt x="280952" y="422275"/>
                </a:cubicBezTo>
                <a:lnTo>
                  <a:pt x="294005" y="429181"/>
                </a:lnTo>
                <a:cubicBezTo>
                  <a:pt x="297392" y="430927"/>
                  <a:pt x="301061" y="431879"/>
                  <a:pt x="304729" y="431879"/>
                </a:cubicBezTo>
                <a:cubicBezTo>
                  <a:pt x="308398" y="431879"/>
                  <a:pt x="312138" y="430927"/>
                  <a:pt x="315454" y="429181"/>
                </a:cubicBezTo>
                <a:lnTo>
                  <a:pt x="328507" y="422275"/>
                </a:lnTo>
                <a:cubicBezTo>
                  <a:pt x="376061" y="397113"/>
                  <a:pt x="406400" y="343376"/>
                  <a:pt x="406400" y="284321"/>
                </a:cubicBezTo>
                <a:lnTo>
                  <a:pt x="406400" y="259636"/>
                </a:lnTo>
                <a:cubicBezTo>
                  <a:pt x="406400" y="248682"/>
                  <a:pt x="400191" y="238998"/>
                  <a:pt x="390948" y="235506"/>
                </a:cubicBezTo>
                <a:lnTo>
                  <a:pt x="311926" y="205899"/>
                </a:lnTo>
                <a:cubicBezTo>
                  <a:pt x="307269" y="204152"/>
                  <a:pt x="302260" y="204152"/>
                  <a:pt x="297674" y="205899"/>
                </a:cubicBez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241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Protection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6000" y="28575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Constant-time password comparison via hmac.compare_digest. Rate limiting: 5 login attempts per 5 min per IP (429 response).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24000"/>
            <a:ext cx="4699000" cy="3302000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125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241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Security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112500" y="28575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X-Frame-Options: DENY, X-Content-Type-Options: nosniff. Optional HTTPS enforcement via ENFORCE_HTTPS env variable.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27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spc="200" kern="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ANTI-DETECTION MEASURES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778500"/>
            <a:ext cx="14732000" cy="215900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19" name="Shape 17"/>
          <p:cNvSpPr/>
          <p:nvPr/>
        </p:nvSpPr>
        <p:spPr>
          <a:xfrm>
            <a:off x="12700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1600" y="27781"/>
                </a:moveTo>
                <a:cubicBezTo>
                  <a:pt x="101600" y="12432"/>
                  <a:pt x="115808" y="0"/>
                  <a:pt x="133350" y="0"/>
                </a:cubicBezTo>
                <a:cubicBezTo>
                  <a:pt x="150892" y="0"/>
                  <a:pt x="165100" y="12432"/>
                  <a:pt x="165100" y="27781"/>
                </a:cubicBezTo>
                <a:lnTo>
                  <a:pt x="165100" y="130711"/>
                </a:lnTo>
                <a:cubicBezTo>
                  <a:pt x="171847" y="125432"/>
                  <a:pt x="180737" y="122238"/>
                  <a:pt x="190500" y="122238"/>
                </a:cubicBezTo>
                <a:cubicBezTo>
                  <a:pt x="206851" y="122238"/>
                  <a:pt x="220821" y="131266"/>
                  <a:pt x="226219" y="143907"/>
                </a:cubicBezTo>
                <a:cubicBezTo>
                  <a:pt x="233204" y="137448"/>
                  <a:pt x="243046" y="133350"/>
                  <a:pt x="254000" y="133350"/>
                </a:cubicBezTo>
                <a:cubicBezTo>
                  <a:pt x="274082" y="133350"/>
                  <a:pt x="290513" y="146893"/>
                  <a:pt x="292021" y="164118"/>
                </a:cubicBezTo>
                <a:cubicBezTo>
                  <a:pt x="298768" y="158770"/>
                  <a:pt x="307737" y="155575"/>
                  <a:pt x="317500" y="155575"/>
                </a:cubicBezTo>
                <a:cubicBezTo>
                  <a:pt x="338534" y="155575"/>
                  <a:pt x="355600" y="170507"/>
                  <a:pt x="355600" y="188913"/>
                </a:cubicBezTo>
                <a:lnTo>
                  <a:pt x="355600" y="266700"/>
                </a:lnTo>
                <a:cubicBezTo>
                  <a:pt x="355600" y="315803"/>
                  <a:pt x="310118" y="355600"/>
                  <a:pt x="254000" y="355600"/>
                </a:cubicBezTo>
                <a:lnTo>
                  <a:pt x="186293" y="355600"/>
                </a:lnTo>
                <a:cubicBezTo>
                  <a:pt x="182324" y="355600"/>
                  <a:pt x="178435" y="355392"/>
                  <a:pt x="174625" y="354905"/>
                </a:cubicBezTo>
                <a:cubicBezTo>
                  <a:pt x="130731" y="351016"/>
                  <a:pt x="90329" y="331291"/>
                  <a:pt x="63500" y="300038"/>
                </a:cubicBezTo>
                <a:lnTo>
                  <a:pt x="6350" y="233363"/>
                </a:lnTo>
                <a:cubicBezTo>
                  <a:pt x="-4207" y="221069"/>
                  <a:pt x="-1349" y="203706"/>
                  <a:pt x="12700" y="194469"/>
                </a:cubicBezTo>
                <a:cubicBezTo>
                  <a:pt x="26749" y="185231"/>
                  <a:pt x="46593" y="187732"/>
                  <a:pt x="57150" y="200025"/>
                </a:cubicBezTo>
                <a:lnTo>
                  <a:pt x="101600" y="251906"/>
                </a:lnTo>
                <a:lnTo>
                  <a:pt x="101600" y="27781"/>
                </a:lnTo>
                <a:close/>
                <a:moveTo>
                  <a:pt x="190500" y="211138"/>
                </a:moveTo>
                <a:cubicBezTo>
                  <a:pt x="190500" y="205026"/>
                  <a:pt x="184785" y="200025"/>
                  <a:pt x="177800" y="200025"/>
                </a:cubicBezTo>
                <a:cubicBezTo>
                  <a:pt x="170815" y="200025"/>
                  <a:pt x="165100" y="205026"/>
                  <a:pt x="165100" y="211138"/>
                </a:cubicBezTo>
                <a:lnTo>
                  <a:pt x="165100" y="277813"/>
                </a:lnTo>
                <a:cubicBezTo>
                  <a:pt x="165100" y="283924"/>
                  <a:pt x="170815" y="288925"/>
                  <a:pt x="177800" y="288925"/>
                </a:cubicBezTo>
                <a:cubicBezTo>
                  <a:pt x="184785" y="288925"/>
                  <a:pt x="190500" y="283924"/>
                  <a:pt x="190500" y="277813"/>
                </a:cubicBezTo>
                <a:lnTo>
                  <a:pt x="190500" y="211138"/>
                </a:lnTo>
                <a:close/>
                <a:moveTo>
                  <a:pt x="228600" y="200025"/>
                </a:moveTo>
                <a:cubicBezTo>
                  <a:pt x="221615" y="200025"/>
                  <a:pt x="215900" y="205026"/>
                  <a:pt x="215900" y="211138"/>
                </a:cubicBezTo>
                <a:lnTo>
                  <a:pt x="215900" y="277813"/>
                </a:lnTo>
                <a:cubicBezTo>
                  <a:pt x="215900" y="283924"/>
                  <a:pt x="221615" y="288925"/>
                  <a:pt x="228600" y="288925"/>
                </a:cubicBezTo>
                <a:cubicBezTo>
                  <a:pt x="235585" y="288925"/>
                  <a:pt x="241300" y="283924"/>
                  <a:pt x="241300" y="277813"/>
                </a:cubicBezTo>
                <a:lnTo>
                  <a:pt x="241300" y="211138"/>
                </a:lnTo>
                <a:cubicBezTo>
                  <a:pt x="241300" y="205026"/>
                  <a:pt x="235585" y="200025"/>
                  <a:pt x="228600" y="200025"/>
                </a:cubicBezTo>
                <a:close/>
                <a:moveTo>
                  <a:pt x="292100" y="211138"/>
                </a:moveTo>
                <a:cubicBezTo>
                  <a:pt x="292100" y="205026"/>
                  <a:pt x="286385" y="200025"/>
                  <a:pt x="279400" y="200025"/>
                </a:cubicBezTo>
                <a:cubicBezTo>
                  <a:pt x="272415" y="200025"/>
                  <a:pt x="266700" y="205026"/>
                  <a:pt x="266700" y="211138"/>
                </a:cubicBezTo>
                <a:lnTo>
                  <a:pt x="266700" y="277813"/>
                </a:lnTo>
                <a:cubicBezTo>
                  <a:pt x="266700" y="283924"/>
                  <a:pt x="272415" y="288925"/>
                  <a:pt x="279400" y="288925"/>
                </a:cubicBezTo>
                <a:cubicBezTo>
                  <a:pt x="286385" y="288925"/>
                  <a:pt x="292100" y="283924"/>
                  <a:pt x="292100" y="277813"/>
                </a:cubicBezTo>
                <a:lnTo>
                  <a:pt x="292100" y="211138"/>
                </a:ln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20" name="Text 18"/>
          <p:cNvSpPr/>
          <p:nvPr/>
        </p:nvSpPr>
        <p:spPr>
          <a:xfrm>
            <a:off x="1778000" y="6096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Human-like delays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Randomized timing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530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33350"/>
                </a:moveTo>
                <a:lnTo>
                  <a:pt x="155575" y="133350"/>
                </a:lnTo>
                <a:lnTo>
                  <a:pt x="155575" y="0"/>
                </a:lnTo>
                <a:lnTo>
                  <a:pt x="148167" y="0"/>
                </a:lnTo>
                <a:cubicBezTo>
                  <a:pt x="66305" y="0"/>
                  <a:pt x="0" y="49728"/>
                  <a:pt x="0" y="111125"/>
                </a:cubicBezTo>
                <a:lnTo>
                  <a:pt x="0" y="133350"/>
                </a:lnTo>
                <a:close/>
                <a:moveTo>
                  <a:pt x="0" y="166688"/>
                </a:moveTo>
                <a:lnTo>
                  <a:pt x="0" y="244475"/>
                </a:lnTo>
                <a:cubicBezTo>
                  <a:pt x="0" y="305872"/>
                  <a:pt x="66305" y="355600"/>
                  <a:pt x="148167" y="355600"/>
                </a:cubicBezTo>
                <a:lnTo>
                  <a:pt x="207433" y="355600"/>
                </a:lnTo>
                <a:cubicBezTo>
                  <a:pt x="289295" y="355600"/>
                  <a:pt x="355600" y="305872"/>
                  <a:pt x="355600" y="244475"/>
                </a:cubicBezTo>
                <a:lnTo>
                  <a:pt x="355600" y="166688"/>
                </a:lnTo>
                <a:lnTo>
                  <a:pt x="0" y="166688"/>
                </a:lnTo>
                <a:close/>
                <a:moveTo>
                  <a:pt x="355600" y="133350"/>
                </a:moveTo>
                <a:lnTo>
                  <a:pt x="355600" y="111125"/>
                </a:lnTo>
                <a:cubicBezTo>
                  <a:pt x="355600" y="49728"/>
                  <a:pt x="289295" y="0"/>
                  <a:pt x="207433" y="0"/>
                </a:cubicBezTo>
                <a:lnTo>
                  <a:pt x="200025" y="0"/>
                </a:lnTo>
                <a:lnTo>
                  <a:pt x="200025" y="133350"/>
                </a:lnTo>
                <a:lnTo>
                  <a:pt x="355600" y="133350"/>
                </a:ln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22" name="Text 20"/>
          <p:cNvSpPr/>
          <p:nvPr/>
        </p:nvSpPr>
        <p:spPr>
          <a:xfrm>
            <a:off x="5461000" y="6096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Mouse jitter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movement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360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5994" y="2014"/>
                </a:moveTo>
                <a:cubicBezTo>
                  <a:pt x="173077" y="695"/>
                  <a:pt x="169952" y="0"/>
                  <a:pt x="166688" y="0"/>
                </a:cubicBezTo>
                <a:cubicBezTo>
                  <a:pt x="163423" y="0"/>
                  <a:pt x="160298" y="695"/>
                  <a:pt x="157381" y="2014"/>
                </a:cubicBezTo>
                <a:lnTo>
                  <a:pt x="26601" y="57507"/>
                </a:lnTo>
                <a:cubicBezTo>
                  <a:pt x="11321" y="63966"/>
                  <a:pt x="-69" y="79038"/>
                  <a:pt x="0" y="97234"/>
                </a:cubicBezTo>
                <a:cubicBezTo>
                  <a:pt x="347" y="166132"/>
                  <a:pt x="28684" y="292189"/>
                  <a:pt x="148352" y="349488"/>
                </a:cubicBezTo>
                <a:cubicBezTo>
                  <a:pt x="159951" y="355044"/>
                  <a:pt x="173424" y="355044"/>
                  <a:pt x="185023" y="349488"/>
                </a:cubicBezTo>
                <a:cubicBezTo>
                  <a:pt x="304760" y="292189"/>
                  <a:pt x="333097" y="166132"/>
                  <a:pt x="333375" y="97234"/>
                </a:cubicBezTo>
                <a:cubicBezTo>
                  <a:pt x="333444" y="79038"/>
                  <a:pt x="322054" y="63966"/>
                  <a:pt x="306774" y="57507"/>
                </a:cubicBezTo>
                <a:lnTo>
                  <a:pt x="175994" y="2014"/>
                </a:lnTo>
                <a:close/>
                <a:moveTo>
                  <a:pt x="166688" y="88900"/>
                </a:moveTo>
                <a:cubicBezTo>
                  <a:pt x="175925" y="88900"/>
                  <a:pt x="183356" y="96331"/>
                  <a:pt x="183356" y="105569"/>
                </a:cubicBezTo>
                <a:cubicBezTo>
                  <a:pt x="183356" y="121474"/>
                  <a:pt x="202595" y="129461"/>
                  <a:pt x="213846" y="118209"/>
                </a:cubicBezTo>
                <a:cubicBezTo>
                  <a:pt x="220375" y="111681"/>
                  <a:pt x="230932" y="111681"/>
                  <a:pt x="237391" y="118209"/>
                </a:cubicBezTo>
                <a:cubicBezTo>
                  <a:pt x="243850" y="124738"/>
                  <a:pt x="243919" y="135295"/>
                  <a:pt x="237391" y="141754"/>
                </a:cubicBezTo>
                <a:cubicBezTo>
                  <a:pt x="226139" y="153005"/>
                  <a:pt x="234126" y="172244"/>
                  <a:pt x="250031" y="172244"/>
                </a:cubicBezTo>
                <a:cubicBezTo>
                  <a:pt x="259269" y="172244"/>
                  <a:pt x="266700" y="179675"/>
                  <a:pt x="266700" y="188913"/>
                </a:cubicBezTo>
                <a:cubicBezTo>
                  <a:pt x="266700" y="198150"/>
                  <a:pt x="259269" y="205581"/>
                  <a:pt x="250031" y="205581"/>
                </a:cubicBezTo>
                <a:cubicBezTo>
                  <a:pt x="234126" y="205581"/>
                  <a:pt x="226139" y="224820"/>
                  <a:pt x="237391" y="236071"/>
                </a:cubicBezTo>
                <a:cubicBezTo>
                  <a:pt x="243919" y="242600"/>
                  <a:pt x="243919" y="253157"/>
                  <a:pt x="237391" y="259616"/>
                </a:cubicBezTo>
                <a:cubicBezTo>
                  <a:pt x="230862" y="266075"/>
                  <a:pt x="220305" y="266144"/>
                  <a:pt x="213846" y="259616"/>
                </a:cubicBezTo>
                <a:cubicBezTo>
                  <a:pt x="202595" y="248364"/>
                  <a:pt x="183356" y="256351"/>
                  <a:pt x="183356" y="272256"/>
                </a:cubicBezTo>
                <a:cubicBezTo>
                  <a:pt x="183356" y="281494"/>
                  <a:pt x="175925" y="288925"/>
                  <a:pt x="166688" y="288925"/>
                </a:cubicBezTo>
                <a:cubicBezTo>
                  <a:pt x="157450" y="288925"/>
                  <a:pt x="150019" y="281494"/>
                  <a:pt x="150019" y="272256"/>
                </a:cubicBezTo>
                <a:cubicBezTo>
                  <a:pt x="150019" y="256351"/>
                  <a:pt x="130780" y="248364"/>
                  <a:pt x="119529" y="259616"/>
                </a:cubicBezTo>
                <a:cubicBezTo>
                  <a:pt x="113000" y="266144"/>
                  <a:pt x="102443" y="266144"/>
                  <a:pt x="95984" y="259616"/>
                </a:cubicBezTo>
                <a:cubicBezTo>
                  <a:pt x="89525" y="253087"/>
                  <a:pt x="89456" y="242530"/>
                  <a:pt x="95984" y="236071"/>
                </a:cubicBezTo>
                <a:cubicBezTo>
                  <a:pt x="107236" y="224820"/>
                  <a:pt x="99249" y="205581"/>
                  <a:pt x="83344" y="205581"/>
                </a:cubicBezTo>
                <a:cubicBezTo>
                  <a:pt x="74106" y="205581"/>
                  <a:pt x="66675" y="198150"/>
                  <a:pt x="66675" y="188913"/>
                </a:cubicBezTo>
                <a:cubicBezTo>
                  <a:pt x="66675" y="179675"/>
                  <a:pt x="74106" y="172244"/>
                  <a:pt x="83344" y="172244"/>
                </a:cubicBezTo>
                <a:cubicBezTo>
                  <a:pt x="99249" y="172244"/>
                  <a:pt x="107236" y="153005"/>
                  <a:pt x="95984" y="141754"/>
                </a:cubicBezTo>
                <a:cubicBezTo>
                  <a:pt x="89456" y="135225"/>
                  <a:pt x="89456" y="124668"/>
                  <a:pt x="95984" y="118209"/>
                </a:cubicBezTo>
                <a:cubicBezTo>
                  <a:pt x="102513" y="111750"/>
                  <a:pt x="113070" y="111681"/>
                  <a:pt x="119529" y="118209"/>
                </a:cubicBezTo>
                <a:cubicBezTo>
                  <a:pt x="130780" y="129461"/>
                  <a:pt x="150019" y="121474"/>
                  <a:pt x="150019" y="105569"/>
                </a:cubicBezTo>
                <a:cubicBezTo>
                  <a:pt x="150019" y="96331"/>
                  <a:pt x="157450" y="88900"/>
                  <a:pt x="166688" y="88900"/>
                </a:cubicBezTo>
                <a:close/>
                <a:moveTo>
                  <a:pt x="144463" y="183356"/>
                </a:moveTo>
                <a:cubicBezTo>
                  <a:pt x="153662" y="183356"/>
                  <a:pt x="161131" y="175887"/>
                  <a:pt x="161131" y="166688"/>
                </a:cubicBezTo>
                <a:cubicBezTo>
                  <a:pt x="161131" y="157488"/>
                  <a:pt x="153662" y="150019"/>
                  <a:pt x="144463" y="150019"/>
                </a:cubicBezTo>
                <a:cubicBezTo>
                  <a:pt x="135263" y="150019"/>
                  <a:pt x="127794" y="157488"/>
                  <a:pt x="127794" y="166688"/>
                </a:cubicBezTo>
                <a:cubicBezTo>
                  <a:pt x="127794" y="175887"/>
                  <a:pt x="135263" y="183356"/>
                  <a:pt x="144463" y="183356"/>
                </a:cubicBezTo>
                <a:close/>
                <a:moveTo>
                  <a:pt x="205581" y="211138"/>
                </a:moveTo>
                <a:cubicBezTo>
                  <a:pt x="205581" y="201938"/>
                  <a:pt x="198112" y="194469"/>
                  <a:pt x="188913" y="194469"/>
                </a:cubicBezTo>
                <a:cubicBezTo>
                  <a:pt x="179713" y="194469"/>
                  <a:pt x="172244" y="201938"/>
                  <a:pt x="172244" y="211138"/>
                </a:cubicBezTo>
                <a:cubicBezTo>
                  <a:pt x="172244" y="220337"/>
                  <a:pt x="179713" y="227806"/>
                  <a:pt x="188913" y="227806"/>
                </a:cubicBezTo>
                <a:cubicBezTo>
                  <a:pt x="198112" y="227806"/>
                  <a:pt x="205581" y="220337"/>
                  <a:pt x="205581" y="211138"/>
                </a:cubicBez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6096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 detection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503 block handling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3190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37" y="177800"/>
                </a:moveTo>
                <a:cubicBezTo>
                  <a:pt x="33337" y="97998"/>
                  <a:pt x="97998" y="33337"/>
                  <a:pt x="177800" y="33337"/>
                </a:cubicBezTo>
                <a:cubicBezTo>
                  <a:pt x="221625" y="33337"/>
                  <a:pt x="260866" y="52854"/>
                  <a:pt x="287397" y="83691"/>
                </a:cubicBezTo>
                <a:cubicBezTo>
                  <a:pt x="293370" y="90706"/>
                  <a:pt x="303927" y="91470"/>
                  <a:pt x="310872" y="85497"/>
                </a:cubicBezTo>
                <a:cubicBezTo>
                  <a:pt x="317818" y="79524"/>
                  <a:pt x="318651" y="68967"/>
                  <a:pt x="312678" y="62022"/>
                </a:cubicBezTo>
                <a:cubicBezTo>
                  <a:pt x="280104" y="24031"/>
                  <a:pt x="231765" y="0"/>
                  <a:pt x="177800" y="0"/>
                </a:cubicBezTo>
                <a:cubicBezTo>
                  <a:pt x="79593" y="0"/>
                  <a:pt x="0" y="79593"/>
                  <a:pt x="0" y="177800"/>
                </a:cubicBezTo>
                <a:lnTo>
                  <a:pt x="0" y="205581"/>
                </a:lnTo>
                <a:cubicBezTo>
                  <a:pt x="0" y="214819"/>
                  <a:pt x="7431" y="222250"/>
                  <a:pt x="16669" y="222250"/>
                </a:cubicBezTo>
                <a:cubicBezTo>
                  <a:pt x="25906" y="222250"/>
                  <a:pt x="33337" y="214819"/>
                  <a:pt x="33337" y="205581"/>
                </a:cubicBezTo>
                <a:lnTo>
                  <a:pt x="33337" y="177800"/>
                </a:lnTo>
                <a:close/>
                <a:moveTo>
                  <a:pt x="351780" y="141059"/>
                </a:moveTo>
                <a:cubicBezTo>
                  <a:pt x="349905" y="132030"/>
                  <a:pt x="341015" y="126266"/>
                  <a:pt x="332055" y="128210"/>
                </a:cubicBezTo>
                <a:cubicBezTo>
                  <a:pt x="323096" y="130155"/>
                  <a:pt x="317262" y="138976"/>
                  <a:pt x="319207" y="147935"/>
                </a:cubicBezTo>
                <a:cubicBezTo>
                  <a:pt x="321221" y="157589"/>
                  <a:pt x="322332" y="167590"/>
                  <a:pt x="322332" y="177869"/>
                </a:cubicBezTo>
                <a:lnTo>
                  <a:pt x="322332" y="205651"/>
                </a:lnTo>
                <a:cubicBezTo>
                  <a:pt x="322332" y="214888"/>
                  <a:pt x="329763" y="222319"/>
                  <a:pt x="339001" y="222319"/>
                </a:cubicBezTo>
                <a:cubicBezTo>
                  <a:pt x="348238" y="222319"/>
                  <a:pt x="355669" y="214888"/>
                  <a:pt x="355669" y="205651"/>
                </a:cubicBezTo>
                <a:lnTo>
                  <a:pt x="355669" y="177869"/>
                </a:lnTo>
                <a:cubicBezTo>
                  <a:pt x="355669" y="165298"/>
                  <a:pt x="354350" y="153005"/>
                  <a:pt x="351850" y="141129"/>
                </a:cubicBezTo>
                <a:close/>
                <a:moveTo>
                  <a:pt x="177800" y="55563"/>
                </a:moveTo>
                <a:cubicBezTo>
                  <a:pt x="164604" y="55563"/>
                  <a:pt x="151825" y="57646"/>
                  <a:pt x="139948" y="61535"/>
                </a:cubicBezTo>
                <a:cubicBezTo>
                  <a:pt x="129391" y="65008"/>
                  <a:pt x="126960" y="77996"/>
                  <a:pt x="134183" y="86469"/>
                </a:cubicBezTo>
                <a:cubicBezTo>
                  <a:pt x="139115" y="92234"/>
                  <a:pt x="147241" y="93970"/>
                  <a:pt x="154603" y="91956"/>
                </a:cubicBezTo>
                <a:cubicBezTo>
                  <a:pt x="161965" y="89942"/>
                  <a:pt x="169743" y="88900"/>
                  <a:pt x="177800" y="88900"/>
                </a:cubicBezTo>
                <a:cubicBezTo>
                  <a:pt x="226903" y="88900"/>
                  <a:pt x="266700" y="128697"/>
                  <a:pt x="266700" y="177800"/>
                </a:cubicBezTo>
                <a:lnTo>
                  <a:pt x="266700" y="195094"/>
                </a:lnTo>
                <a:cubicBezTo>
                  <a:pt x="266700" y="212596"/>
                  <a:pt x="265658" y="230029"/>
                  <a:pt x="263644" y="247392"/>
                </a:cubicBezTo>
                <a:cubicBezTo>
                  <a:pt x="262463" y="257532"/>
                  <a:pt x="270173" y="266700"/>
                  <a:pt x="280452" y="266700"/>
                </a:cubicBezTo>
                <a:cubicBezTo>
                  <a:pt x="288647" y="266700"/>
                  <a:pt x="295662" y="260727"/>
                  <a:pt x="296634" y="252601"/>
                </a:cubicBezTo>
                <a:cubicBezTo>
                  <a:pt x="298926" y="233571"/>
                  <a:pt x="300107" y="214402"/>
                  <a:pt x="300107" y="195163"/>
                </a:cubicBezTo>
                <a:lnTo>
                  <a:pt x="300107" y="177869"/>
                </a:lnTo>
                <a:cubicBezTo>
                  <a:pt x="300107" y="110361"/>
                  <a:pt x="245378" y="55632"/>
                  <a:pt x="177869" y="55632"/>
                </a:cubicBezTo>
                <a:close/>
                <a:moveTo>
                  <a:pt x="104666" y="103277"/>
                </a:moveTo>
                <a:cubicBezTo>
                  <a:pt x="98346" y="95915"/>
                  <a:pt x="87094" y="95359"/>
                  <a:pt x="81121" y="102999"/>
                </a:cubicBezTo>
                <a:cubicBezTo>
                  <a:pt x="65078" y="123696"/>
                  <a:pt x="55562" y="149602"/>
                  <a:pt x="55562" y="177800"/>
                </a:cubicBezTo>
                <a:lnTo>
                  <a:pt x="55562" y="195094"/>
                </a:lnTo>
                <a:cubicBezTo>
                  <a:pt x="55562" y="211901"/>
                  <a:pt x="53757" y="228709"/>
                  <a:pt x="50145" y="245031"/>
                </a:cubicBezTo>
                <a:cubicBezTo>
                  <a:pt x="47784" y="255865"/>
                  <a:pt x="55632" y="266631"/>
                  <a:pt x="66744" y="266631"/>
                </a:cubicBezTo>
                <a:cubicBezTo>
                  <a:pt x="74037" y="266631"/>
                  <a:pt x="80566" y="261769"/>
                  <a:pt x="82163" y="254615"/>
                </a:cubicBezTo>
                <a:cubicBezTo>
                  <a:pt x="86608" y="235099"/>
                  <a:pt x="88900" y="215166"/>
                  <a:pt x="88900" y="195024"/>
                </a:cubicBezTo>
                <a:lnTo>
                  <a:pt x="88900" y="177731"/>
                </a:lnTo>
                <a:cubicBezTo>
                  <a:pt x="88900" y="158839"/>
                  <a:pt x="94804" y="141337"/>
                  <a:pt x="104805" y="126960"/>
                </a:cubicBezTo>
                <a:cubicBezTo>
                  <a:pt x="109805" y="119737"/>
                  <a:pt x="110361" y="109875"/>
                  <a:pt x="104666" y="103207"/>
                </a:cubicBezTo>
                <a:close/>
                <a:moveTo>
                  <a:pt x="177800" y="111125"/>
                </a:moveTo>
                <a:cubicBezTo>
                  <a:pt x="140990" y="111125"/>
                  <a:pt x="111125" y="140990"/>
                  <a:pt x="111125" y="177800"/>
                </a:cubicBezTo>
                <a:lnTo>
                  <a:pt x="111125" y="195094"/>
                </a:lnTo>
                <a:cubicBezTo>
                  <a:pt x="111125" y="220027"/>
                  <a:pt x="107930" y="244753"/>
                  <a:pt x="101540" y="268784"/>
                </a:cubicBezTo>
                <a:cubicBezTo>
                  <a:pt x="98901" y="278715"/>
                  <a:pt x="106194" y="288925"/>
                  <a:pt x="116473" y="288925"/>
                </a:cubicBezTo>
                <a:cubicBezTo>
                  <a:pt x="123071" y="288925"/>
                  <a:pt x="128905" y="284619"/>
                  <a:pt x="130641" y="278229"/>
                </a:cubicBezTo>
                <a:cubicBezTo>
                  <a:pt x="137934" y="251142"/>
                  <a:pt x="141684" y="223222"/>
                  <a:pt x="141684" y="195094"/>
                </a:cubicBezTo>
                <a:lnTo>
                  <a:pt x="141684" y="177800"/>
                </a:lnTo>
                <a:cubicBezTo>
                  <a:pt x="141684" y="157867"/>
                  <a:pt x="157867" y="141684"/>
                  <a:pt x="177800" y="141684"/>
                </a:cubicBezTo>
                <a:cubicBezTo>
                  <a:pt x="197733" y="141684"/>
                  <a:pt x="213916" y="157867"/>
                  <a:pt x="213916" y="177800"/>
                </a:cubicBezTo>
                <a:lnTo>
                  <a:pt x="213916" y="195094"/>
                </a:lnTo>
                <a:cubicBezTo>
                  <a:pt x="213916" y="220305"/>
                  <a:pt x="211485" y="245378"/>
                  <a:pt x="206693" y="270034"/>
                </a:cubicBezTo>
                <a:cubicBezTo>
                  <a:pt x="204817" y="279688"/>
                  <a:pt x="212040" y="288925"/>
                  <a:pt x="221833" y="288925"/>
                </a:cubicBezTo>
                <a:cubicBezTo>
                  <a:pt x="228918" y="288925"/>
                  <a:pt x="235029" y="284063"/>
                  <a:pt x="236418" y="277118"/>
                </a:cubicBezTo>
                <a:cubicBezTo>
                  <a:pt x="241766" y="250170"/>
                  <a:pt x="244475" y="222736"/>
                  <a:pt x="244475" y="195094"/>
                </a:cubicBezTo>
                <a:lnTo>
                  <a:pt x="244475" y="177800"/>
                </a:lnTo>
                <a:cubicBezTo>
                  <a:pt x="244475" y="140990"/>
                  <a:pt x="214610" y="111125"/>
                  <a:pt x="177800" y="111125"/>
                </a:cubicBezTo>
                <a:close/>
                <a:moveTo>
                  <a:pt x="194469" y="177800"/>
                </a:moveTo>
                <a:cubicBezTo>
                  <a:pt x="194469" y="168563"/>
                  <a:pt x="187037" y="161131"/>
                  <a:pt x="177800" y="161131"/>
                </a:cubicBezTo>
                <a:cubicBezTo>
                  <a:pt x="168563" y="161131"/>
                  <a:pt x="161131" y="168563"/>
                  <a:pt x="161131" y="177800"/>
                </a:cubicBezTo>
                <a:lnTo>
                  <a:pt x="161131" y="195094"/>
                </a:lnTo>
                <a:cubicBezTo>
                  <a:pt x="161131" y="236696"/>
                  <a:pt x="153491" y="277951"/>
                  <a:pt x="138559" y="316776"/>
                </a:cubicBezTo>
                <a:lnTo>
                  <a:pt x="134461" y="327402"/>
                </a:lnTo>
                <a:cubicBezTo>
                  <a:pt x="131128" y="336014"/>
                  <a:pt x="135434" y="345668"/>
                  <a:pt x="144046" y="348933"/>
                </a:cubicBezTo>
                <a:cubicBezTo>
                  <a:pt x="152658" y="352197"/>
                  <a:pt x="162312" y="347960"/>
                  <a:pt x="165576" y="339348"/>
                </a:cubicBezTo>
                <a:lnTo>
                  <a:pt x="169674" y="328722"/>
                </a:lnTo>
                <a:cubicBezTo>
                  <a:pt x="186065" y="286077"/>
                  <a:pt x="194469" y="240794"/>
                  <a:pt x="194469" y="195094"/>
                </a:cubicBezTo>
                <a:lnTo>
                  <a:pt x="194469" y="177800"/>
                </a:lnTo>
                <a:close/>
              </a:path>
            </a:pathLst>
          </a:custGeom>
          <a:solidFill>
            <a:srgbClr val="A0C514"/>
          </a:solidFill>
          <a:ln/>
        </p:spPr>
      </p:sp>
      <p:sp>
        <p:nvSpPr>
          <p:cNvPr id="26" name="Text 24"/>
          <p:cNvSpPr/>
          <p:nvPr/>
        </p:nvSpPr>
        <p:spPr>
          <a:xfrm>
            <a:off x="12827000" y="60960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user agents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spoofing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70000" y="7239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 upload limit: 10MB  |  Security headers on all responses  |  Server-side token revocation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tsyipy3hiehc/mnt/agents/output/goethe_bot/images/cover_bg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419">
                  <a:alpha val="25000"/>
                </a:srgbClr>
              </a:gs>
              <a:gs pos="30000">
                <a:srgbClr val="0F1419">
                  <a:alpha val="70000"/>
                </a:srgbClr>
              </a:gs>
              <a:gs pos="100000">
                <a:srgbClr val="0F1419">
                  <a:alpha val="95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2540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</a:t>
            </a:r>
            <a:pPr algn="ctr">
              <a:lnSpc>
                <a:spcPct val="120000"/>
              </a:lnSpc>
            </a:pPr>
            <a:r>
              <a:rPr lang="en-US" sz="5200" spc="400" kern="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6223000" y="3619500"/>
            <a:ext cx="3810000" cy="25400"/>
          </a:xfrm>
          <a:prstGeom prst="rect">
            <a:avLst/>
          </a:prstGeom>
          <a:solidFill>
            <a:srgbClr val="A0C514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3937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A0C5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GOETHE EXAM BOOKING BOT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48000" y="4699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66 tests · 12 modules · Production-grade architecture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048000" y="5207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exam booking for Goethe-Institut Pakistan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58000" y="5969000"/>
            <a:ext cx="2540000" cy="1270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11" name="Text 8"/>
          <p:cNvSpPr/>
          <p:nvPr/>
        </p:nvSpPr>
        <p:spPr>
          <a:xfrm>
            <a:off x="4318000" y="6223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by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Abeer Meer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318000" y="6794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github.com/abeermeer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18000" y="7302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 Abeer Meer. Licensed under MIT License.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Goethe Exam Booking Bot - Project Presentation</dc:title>
  <dc:subject>Goethe Exam Booking Bot - Project Presentation</dc:subject>
  <dc:creator>Kimi</dc:creator>
  <cp:lastModifiedBy>Kimi</cp:lastModifiedBy>
  <cp:revision>1</cp:revision>
  <dcterms:created xsi:type="dcterms:W3CDTF">2026-06-15T09:22:42Z</dcterms:created>
  <dcterms:modified xsi:type="dcterms:W3CDTF">2026-06-15T09:22:42Z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{"Label":"Goethe Exam Booking Bot - Project Presentation","ContentProducer":"001191110108MACG2KBH8F10000","ProduceID":"19eca946-51e2-8c26-8000-0000dff9919c","ReservedCode1":"","ContentPropagator":"001191110108MACG2KBH8F20000","PropagateID":"19eca7f4-3482-8afd-8000-09bea7bd5a7a","ReservedCode2":""}</vt:lpwstr>
  </property>
</Properties>
</file>